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Raleway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Medium-bold.fntdata"/><Relationship Id="rId25" Type="http://schemas.openxmlformats.org/officeDocument/2006/relationships/font" Target="fonts/RalewayMedium-regular.fntdata"/><Relationship Id="rId28" Type="http://schemas.openxmlformats.org/officeDocument/2006/relationships/font" Target="fonts/RalewayMedium-boldItalic.fntdata"/><Relationship Id="rId27" Type="http://schemas.openxmlformats.org/officeDocument/2006/relationships/font" Target="fonts/Raleway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Robot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976dd385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976dd385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976dd385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976dd385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976dd385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976dd385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76dd385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976dd385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976dd385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976dd385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976dd385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976dd385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Samplers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679375" y="1320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Сэмплеры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2144275"/>
            <a:ext cx="7688700" cy="29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Используются для работы с текстурами в шейдерах.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Указывают, какой текстурный модуль использовать и какого типа текстура (2D, 3D и т.д.).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Привязка текстуры — 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BindTexture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выбор модуля — 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ActiveTexture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Сэмплер объявляется в GLSL и связывается с модулем через 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Uniform1i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Запрещено использовать несколько сэмплеров разных типов, указывающих на один модуль.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Активные сэмплеры проверяются при выполнение функции 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LinkProgram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Есть ограничения по количеству.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651825" y="1358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23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Изображения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2378700"/>
            <a:ext cx="7688700" cy="25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Позволяют читать и писать в текстуры напрямую (imageLoad/store, атомарные операции).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Используют отдельные модули изображений (image units), не связанные с модулями сэмплеров.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Привязка текстуры к image unit — независимая операция.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Тип переменной должен точно соответствовать типу текстуры.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 Medium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Количество активных image-переменных не ограничено.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Установка значений и получение локаций — так же, как у сэмплеров (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Uniform1i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ru" sz="120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GetUniformLocation</a:t>
            </a:r>
            <a:r>
              <a:rPr lang="ru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7650" y="63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23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Доступ к памяти в шейдерах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473150"/>
            <a:ext cx="76887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Шейдеры могут выполнять произвольный доступ к памяти буферных объектов следующими способами: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Через шейдерные buffer-переменные: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Чтение значений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Запись значений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Атомарные операции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Через встроенные функции работы с image-переменными: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imageLoad - чтение из текстур/буферов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imageStore - запись в текстуры/буферы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Атомарные операции с изображениями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Через атомарные операции с атомарными счетчиками переменных.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Проблемы:</a:t>
            </a:r>
            <a:endParaRPr sz="12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91666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Порядок выполнения не определён.</a:t>
            </a:r>
            <a:endParaRPr sz="12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1666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Нужно контролировать синхронизацию вручную.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Особенности реализации: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Доступ может осуществляться как к текстурам, так и к буферным объектам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Поддерживаются как обычные операции, так и атомарные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Разные типы шейдеров имеют различные ограничения на доступ к памяти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Требуется явная синхронизация при совместном доступе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7650" y="619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23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Порядок доступа к памяти в шейдерах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242525"/>
            <a:ext cx="7688700" cy="3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Порядок чтения и записи в текстуры или буферные объекты шейдерами в основном не определён. Для некоторых типов шейдеров даже количество вызовов шейдера, выполняющих операции с памятью, может быть неопределённым. Конкретные правила: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Вершинные и тесселяционные шейдеры: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Гарантированно выполняются минимум один раз для каждой уникальной вершины. Могут выполняться несколько раз по причинам, зависящим от реализации. При повторном использовании вершины шейдер может выполниться только один раз.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Фрагментные шейдеры: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Количество вызовов зависит от нескольких факторов. Не выполняются, если фрагмент: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■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Не проходит тест владения пикселем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■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Отбрасывается scissor-тестом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■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Отбрасывается операциями мультисэмплинга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При включенных ранних тестах фрагментов шейдер не выполняется для отброшенных фрагментов. Без мультисэмплинга - ровно один вызов на фрагмент. С мультисэмплингом - от 1 до N вызовов (N - количество сэмплов фрагмента). </a:t>
            </a: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При определении затенения для каждой выборки вызывается  ровно N раз.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Специальные случаи: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Вызовы для вычисления производных не влияют на операции записи, атомарные операции и обновления счётчиков.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Порядок выполнения: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87655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Относительный порядок вызовов одного типа шейдеров не определён. Запись для примитива B может завершиться раньше записи для примитива A, даже если A был задан раньше B. Для фрагментных шейдеров: выводы записываются в буфер кадра в порядке примитивов, но операции store - нет. Порядок между разными типами шейдеров в основном не определён. Исключение: когда входы шейдера генерируются предыдущей программируемой стадией, гарантируется завершение соответствующих вызовов предыдущего шейдера. Для geometry shader гарантируется только генерация вершин для текущего обрабатываемого фрагментным шейдером примитива.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7650" y="559750"/>
            <a:ext cx="8215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23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Ограничения порядка выполнения и синхронизация шейдеров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86900" y="1309475"/>
            <a:ext cx="8310600" cy="3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Описанные ограничения порядка выполнения шейдерных вызовов делают невозможными некоторые формы синхронизации между вызовов в пределах одного набора примитивов.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333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 Операции записи в разные области памяти в пределах одного шейдерного вызова могут становиться видимыми другим вызовам не в порядке их выполнения. Для решения этой проблемы существует встроенная функция </a:t>
            </a:r>
            <a:r>
              <a:rPr lang="ru" sz="105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memoryBarrier</a:t>
            </a: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, которая обеспечивает строгий порядок операций чтения/записи в пределах одного вызова.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Вызов </a:t>
            </a:r>
            <a:r>
              <a:rPr lang="ru" sz="105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memoryBarrier</a:t>
            </a: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 гарантирует, что: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Все операции с памятью, инициированные до барьера, завершатся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Только после этого начнут выполняться операции, следующие после барьера.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Типы барьеров: 	</a:t>
            </a: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SHADER_STORAGE_BARRIER_BIT -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Гарантирует видимость записей в SSBO.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TEXTURE_FETCH_BARRIER_BIT -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Синхронизирует доступ к текстурам.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FRAMEBUFFER_BARRIER_BIT -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Обеспечивает порядок операций с FBO.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ATOMIC_COUNTER_BARRIER_BIT -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Синхронизирует атомарные счетчики.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ALL_BARRIER_BITS -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Полная синхронизация для всех операций.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Оптимизация: </a:t>
            </a: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MemoryBarrierByRegion(). 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Работает только для фрагментных шейдеров и ограничивает зону синхронизации.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662500" y="58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23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Реализация кэширования и согласованности памяти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1413625"/>
            <a:ext cx="76887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Особенности кэширования в реализации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Графические процессоры могут использовать несколько отдельных кэшей для: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Текстурных данных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Вершинных атрибутов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Шейдерных операций с памятью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Эти кэши не обязаны автоматически поддерживать согласованность с записями из шейдеров. Это означает: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Записи одного вызова могут временно оставаться в локальном кэше процессора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Старые значения могут сохраняться в других кэшах системы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AutoNum type="arabicPeriod"/>
            </a:pPr>
            <a:r>
              <a:rPr lang="ru" sz="1200">
                <a:solidFill>
                  <a:srgbClr val="000000"/>
                </a:solidFill>
                <a:highlight>
                  <a:srgbClr val="FFFFFF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Видимость изменений для других стадий конвейера не гарантируется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Когерентность памяти</a:t>
            </a:r>
            <a:endParaRPr sz="1200" u="sng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Для общих данных между вызовами шейдеров: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Используйте </a:t>
            </a: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coherent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 в GLSL.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Вызывайте </a:t>
            </a:r>
            <a:r>
              <a:rPr lang="ru" sz="105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memoryBarrier()</a:t>
            </a: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 в шейдере после записи.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Что использовать: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Ситуация   						Решение</a:t>
            </a:r>
            <a:endParaRPr sz="11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Шейдер пишет → другой шейдер читает: 		</a:t>
            </a:r>
            <a:r>
              <a:rPr lang="ru" sz="95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coherent</a:t>
            </a: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+ </a:t>
            </a:r>
            <a:r>
              <a:rPr lang="ru" sz="95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MemoryBarrier</a:t>
            </a:r>
            <a:endParaRPr sz="950">
              <a:solidFill>
                <a:srgbClr val="188038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Передача данных между рендер-пассами: 		</a:t>
            </a:r>
            <a:r>
              <a:rPr lang="ru" sz="95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MemoryBarrier</a:t>
            </a: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с нужным битом</a:t>
            </a:r>
            <a:endParaRPr sz="11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Фрагментные шейдеры:				</a:t>
            </a:r>
            <a:r>
              <a:rPr lang="ru" sz="95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MemoryBarrierByRegion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